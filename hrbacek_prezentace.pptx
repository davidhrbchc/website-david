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500"/>
    <a:srgbClr val="3674B5"/>
    <a:srgbClr val="0E1D33"/>
    <a:srgbClr val="0B1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1854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A07B39-B68E-0E0A-2F86-369B10C2E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5AF0B35-6AEA-0CF5-D73B-601DDFA9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87F5BA-EC54-FF26-413A-27F0F704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E99D2B5-A559-C8EA-6B83-EF2F0964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1B046FF-4F83-64F0-0DFA-5A03D7EB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970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0AB397-9260-B66E-6E41-134DAB7D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8D6A64-D9E1-A208-E638-7781E5F16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7784736-53DD-578D-71D6-4C446A8F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C59157-EDB2-5659-11F0-83C5BEFE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F7B6FB-3D4B-8E0D-74FC-FF641374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96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30804B-D1D8-705A-1D54-A7F2A499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1FB0219-1AF9-7855-71B5-63CB39A5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3CD3DCF-8FE7-F0C6-658B-A0699417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169AD3B-A5B3-68B9-15CB-4213F7FD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490D81-5206-695B-E1E4-B39268F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394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053F91-9710-47A1-820B-C0532CD3D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AD4212-F360-80C4-1999-619AF0582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32ECDE0-62D1-BD2A-D95F-70088E83B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7EB3E40-97CF-7879-E8DB-037253A0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5402A6F-985D-9E23-3FC3-768801D3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EEAF6EC-D3DE-B2E1-C9CA-A141A20D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936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C688BC-FA02-71C3-8219-ED41BB67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6F4E86-4DC7-4061-E0A5-90EB98B8C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0BA9709-21C1-B7A8-89C1-1F40232B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EFDC5BF-401F-9177-58E4-894EC4052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9AEC86B-8968-F8F4-A5B6-22431A129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7D34B43-04E1-AF0D-F34B-C5E71203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E95863C-DBE2-95F1-4646-D5D80976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D160EAD-317A-64E0-34D7-AFC2B4A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139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ED7CBF-377B-4E5B-1C80-A169A501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6BA8689-912C-6F78-AABE-BC891196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52F0BAF-94B9-8659-7832-9313F5DD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7F3B947-955A-F6C6-CA0F-4C3147D7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030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598A3D9-8E2B-F37A-EA30-03326839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99844CC-F917-8FDB-748A-1DD9CC26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DADE6CC-688C-6446-32E0-B81A0380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608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84DB55-CE03-A2EE-74D2-C7BC2109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CEC86D-EF00-8668-E092-2906483F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FFF6A56-7314-FBB0-94E8-D3F2E9750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F15C9AA-AE49-B9D4-34E0-CFA728C7F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FCCE8C-A5F5-D6A5-CAD0-7F8578C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9ACAA4F-9012-BE92-4131-A262026C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9320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18A205-D753-4249-DF7E-ED9EBEC5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CE0CCF0-557D-8926-F6D9-EDC1C31B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9DB7A6B-B085-E4EB-7C1C-4EA5C5C24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AE9F7D6-8B7F-5F5B-85FE-37D253AF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2E3797-926A-8BF6-FDC3-884CD85A7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707CA19-08AA-596D-845F-0BF4D3E5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090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9F3AB4-82DD-6822-263D-59F74B1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E5501A0-13F7-6767-7053-D8E5419C0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796A45-A567-8BF6-D9D6-EBD0FA2F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B3C200-3DBB-42A4-1A98-08BB27C3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1798B0-2376-7D8D-0EBE-35288D7D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320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2532C36-EB7E-7DB6-0737-3FECBA69F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EFF0DDB-0955-2B60-4998-95ACFC0BB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23F2F-23B8-D5CF-58A4-28ABEC06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90ED18F-857A-425D-C196-068B31E1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122A87-F125-C49A-C769-0915B689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6048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D04EE9B-6DD2-E0FE-B9A0-B6196252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D864AE3-A5A5-9102-3871-5133A2ADF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F309A7-0628-A182-89F6-AE1BDA2A7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F4AD5-BD37-4D28-9AE9-67830B44ABEC}" type="datetimeFigureOut">
              <a:rPr lang="cs-CZ" smtClean="0"/>
              <a:t>29.05.2025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6252B2-5AD4-6797-C7F7-FF21DEBC1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913E87-4061-7837-560D-956E65EC3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DD46A-1970-469E-B240-64037BAAA9B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001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hyperlink" Target="https://davidhrbchc.github.io/Website2/index.html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hyperlink" Target="https://davidhrbchc.github.io/Website2/index.html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hyperlink" Target="https://davidhrbchc.github.io/Website2/index.html" TargetMode="Externa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98DBB5-C3DA-DB69-43C9-AC7725C42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78B8BF8-3BA4-3ACD-AEB2-9C333208E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37B30AB4-7DD2-9C4E-F7F9-1ADB467583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E1D33">
                  <a:lumMod val="100000"/>
                </a:srgbClr>
              </a:gs>
              <a:gs pos="100000">
                <a:srgbClr val="0B192C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3347976-9CEF-50D4-70BB-EF38C15BDD46}"/>
              </a:ext>
            </a:extLst>
          </p:cNvPr>
          <p:cNvSpPr txBox="1"/>
          <p:nvPr/>
        </p:nvSpPr>
        <p:spPr>
          <a:xfrm>
            <a:off x="0" y="2538212"/>
            <a:ext cx="121920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6600" b="1" dirty="0">
                <a:solidFill>
                  <a:srgbClr val="FF6500"/>
                </a:solidFill>
                <a:latin typeface="Play" panose="00000500000000000000" pitchFamily="2" charset="0"/>
              </a:rPr>
              <a:t>David Hrbáček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0AB5F28-1AB9-9D8E-77F5-77DED2626A18}"/>
              </a:ext>
            </a:extLst>
          </p:cNvPr>
          <p:cNvSpPr txBox="1"/>
          <p:nvPr/>
        </p:nvSpPr>
        <p:spPr>
          <a:xfrm>
            <a:off x="0" y="36144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KLAUZURNÍ PRÁCE </a:t>
            </a:r>
          </a:p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WEBOVÁ STRÁNKA – OSOBNÍ PORTFÓLIO</a:t>
            </a:r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C8BD85D6-D390-8FBF-13B7-7DCB3B030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091" y="5716228"/>
            <a:ext cx="1384360" cy="92833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B7CED364-B0C3-326B-8E5B-F4ACFA46233F}"/>
              </a:ext>
            </a:extLst>
          </p:cNvPr>
          <p:cNvSpPr txBox="1"/>
          <p:nvPr/>
        </p:nvSpPr>
        <p:spPr>
          <a:xfrm>
            <a:off x="129787" y="6362028"/>
            <a:ext cx="278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3674B5"/>
                </a:solidFill>
                <a:latin typeface="Play" panose="00000500000000000000" pitchFamily="2" charset="0"/>
              </a:rPr>
              <a:t>2. Pololetí 2025</a:t>
            </a:r>
          </a:p>
        </p:txBody>
      </p:sp>
    </p:spTree>
    <p:extLst>
      <p:ext uri="{BB962C8B-B14F-4D97-AF65-F5344CB8AC3E}">
        <p14:creationId xmlns:p14="http://schemas.microsoft.com/office/powerpoint/2010/main" val="153677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C49F-9FA7-5447-EB8C-CB39B49E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BF2797-BDCA-7220-C2B7-252C3CDD7D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4BD4B7F-8D86-358A-DE82-D716919660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4BC9CA5E-A504-D8C1-EAEE-EED88DBB14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E1D33">
                  <a:lumMod val="100000"/>
                </a:srgbClr>
              </a:gs>
              <a:gs pos="100000">
                <a:srgbClr val="0B192C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B24FE307-FA96-A0AA-3458-2201E3042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091" y="5716228"/>
            <a:ext cx="1384360" cy="92833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529ACD57-F12C-45D2-5ECA-0EE1EF49B3CB}"/>
              </a:ext>
            </a:extLst>
          </p:cNvPr>
          <p:cNvSpPr txBox="1"/>
          <p:nvPr/>
        </p:nvSpPr>
        <p:spPr>
          <a:xfrm>
            <a:off x="129787" y="6362028"/>
            <a:ext cx="278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3674B5"/>
                </a:solidFill>
                <a:latin typeface="Play" panose="00000500000000000000" pitchFamily="2" charset="0"/>
              </a:rPr>
              <a:t>2. Pololetí 2025</a:t>
            </a:r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198E77AC-6FF0-0CD4-789D-992D10DA7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6103" y="2152650"/>
            <a:ext cx="2552700" cy="2552700"/>
          </a:xfrm>
          <a:prstGeom prst="rect">
            <a:avLst/>
          </a:prstGeom>
        </p:spPr>
      </p:pic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62E952FA-7BC9-6BC1-8EC2-C968C7578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587" y="-4390233"/>
            <a:ext cx="2233613" cy="2552701"/>
          </a:xfrm>
          <a:prstGeom prst="rect">
            <a:avLst/>
          </a:prstGeom>
        </p:spPr>
      </p:pic>
      <p:pic>
        <p:nvPicPr>
          <p:cNvPr id="11" name="Grafický objekt 10">
            <a:extLst>
              <a:ext uri="{FF2B5EF4-FFF2-40B4-BE49-F238E27FC236}">
                <a16:creationId xmlns:a16="http://schemas.microsoft.com/office/drawing/2014/main" id="{0BD33C80-4490-39C2-0F1F-67DFD28254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686101" y="2152650"/>
            <a:ext cx="25527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59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E2C3-FDD2-F9ED-DFCB-B03AFC8D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5D21CB-AD7F-696F-022E-F49B88969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819F72D-EDCA-9C46-9213-74C84A1C2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2021774F-DAAB-C832-E32B-F5761D0A0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E1D33">
                  <a:lumMod val="100000"/>
                </a:srgbClr>
              </a:gs>
              <a:gs pos="100000">
                <a:srgbClr val="0B192C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25048C20-E954-B759-B576-4A854736C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091" y="5716228"/>
            <a:ext cx="1384360" cy="92833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5C91C388-E162-9D4D-4F2B-83CB81D5A5DA}"/>
              </a:ext>
            </a:extLst>
          </p:cNvPr>
          <p:cNvSpPr txBox="1"/>
          <p:nvPr/>
        </p:nvSpPr>
        <p:spPr>
          <a:xfrm>
            <a:off x="129787" y="6362028"/>
            <a:ext cx="278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3674B5"/>
                </a:solidFill>
                <a:latin typeface="Play" panose="00000500000000000000" pitchFamily="2" charset="0"/>
              </a:rPr>
              <a:t>2. Pololetí 2025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A1C1CD64-AA1D-48AB-028C-AD30BA6D07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300" y="2152649"/>
            <a:ext cx="2552700" cy="2552700"/>
          </a:xfrm>
          <a:prstGeom prst="rect">
            <a:avLst/>
          </a:prstGeom>
        </p:spPr>
      </p:pic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3D2D206D-CA7A-EA52-6582-135F8A0AE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19687" y="2152649"/>
            <a:ext cx="2233613" cy="2552701"/>
          </a:xfrm>
          <a:prstGeom prst="rect">
            <a:avLst/>
          </a:prstGeom>
        </p:spPr>
      </p:pic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E85AB541-3727-6BBA-047C-6C46FAB386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45494" y="2152649"/>
            <a:ext cx="2552700" cy="2552700"/>
          </a:xfrm>
          <a:prstGeom prst="rect">
            <a:avLst/>
          </a:prstGeom>
        </p:spPr>
      </p:pic>
      <p:sp>
        <p:nvSpPr>
          <p:cNvPr id="13" name="TextovéPole 12">
            <a:extLst>
              <a:ext uri="{FF2B5EF4-FFF2-40B4-BE49-F238E27FC236}">
                <a16:creationId xmlns:a16="http://schemas.microsoft.com/office/drawing/2014/main" id="{F2EA8FB1-0100-B1E5-3FCD-A8348CAA276B}"/>
              </a:ext>
            </a:extLst>
          </p:cNvPr>
          <p:cNvSpPr txBox="1"/>
          <p:nvPr/>
        </p:nvSpPr>
        <p:spPr>
          <a:xfrm>
            <a:off x="3448050" y="7438093"/>
            <a:ext cx="529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dirty="0">
                <a:solidFill>
                  <a:srgbClr val="FF6500"/>
                </a:solidFill>
                <a:latin typeface="Play" panose="00000500000000000000" pitchFamily="2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Odkaz na stránku</a:t>
            </a:r>
            <a:endParaRPr lang="cs-CZ" sz="2800" dirty="0">
              <a:solidFill>
                <a:srgbClr val="FF6500"/>
              </a:solidFill>
              <a:latin typeface="Play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15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1B1D-8CC1-BD58-0A49-10CCC3F1A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9D378C-9F42-BCC3-19D0-CD7EE5870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245AF74-DAE2-0EF5-A41B-FCCAF584D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F2755FA-3DC5-E4D4-4D6D-7B5F83E99E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E1D33">
                  <a:lumMod val="100000"/>
                </a:srgbClr>
              </a:gs>
              <a:gs pos="100000">
                <a:srgbClr val="0B192C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C5470CF2-C0EF-7489-D008-FC3873D7E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091" y="5716228"/>
            <a:ext cx="1384360" cy="92833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2B2C8CD7-5C07-1C7C-F8D2-8E5706455490}"/>
              </a:ext>
            </a:extLst>
          </p:cNvPr>
          <p:cNvSpPr txBox="1"/>
          <p:nvPr/>
        </p:nvSpPr>
        <p:spPr>
          <a:xfrm>
            <a:off x="129787" y="6362028"/>
            <a:ext cx="278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3674B5"/>
                </a:solidFill>
                <a:latin typeface="Play" panose="00000500000000000000" pitchFamily="2" charset="0"/>
              </a:rPr>
              <a:t>2. Pololetí 2025</a:t>
            </a:r>
          </a:p>
        </p:txBody>
      </p:sp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B94BF80A-4747-16DB-072C-8E5461031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87375" y="2152649"/>
            <a:ext cx="2552700" cy="2552700"/>
          </a:xfrm>
          <a:prstGeom prst="rect">
            <a:avLst/>
          </a:prstGeom>
        </p:spPr>
      </p:pic>
      <p:pic>
        <p:nvPicPr>
          <p:cNvPr id="10" name="Grafický objekt 9">
            <a:extLst>
              <a:ext uri="{FF2B5EF4-FFF2-40B4-BE49-F238E27FC236}">
                <a16:creationId xmlns:a16="http://schemas.microsoft.com/office/drawing/2014/main" id="{0585BE14-F2F3-342B-8D40-8DBC660046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19687" y="-3030538"/>
            <a:ext cx="2233613" cy="2552701"/>
          </a:xfrm>
          <a:prstGeom prst="rect">
            <a:avLst/>
          </a:prstGeom>
        </p:spPr>
      </p:pic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5B627F29-60B9-304B-9A3F-22DA1BBF43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648075" y="2152649"/>
            <a:ext cx="2552700" cy="25527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23A4F2D-C2B5-3A43-3D63-77399B678A75}"/>
              </a:ext>
            </a:extLst>
          </p:cNvPr>
          <p:cNvSpPr txBox="1"/>
          <p:nvPr/>
        </p:nvSpPr>
        <p:spPr>
          <a:xfrm>
            <a:off x="3448050" y="3244334"/>
            <a:ext cx="529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dirty="0">
                <a:solidFill>
                  <a:srgbClr val="FF6500"/>
                </a:solidFill>
                <a:latin typeface="Play" panose="00000500000000000000" pitchFamily="2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Odkaz na stránku</a:t>
            </a:r>
            <a:endParaRPr lang="cs-CZ" sz="2800" dirty="0">
              <a:solidFill>
                <a:srgbClr val="FF6500"/>
              </a:solidFill>
              <a:latin typeface="Play" panose="00000500000000000000" pitchFamily="2" charset="0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8CC903F-B51D-1BD4-0044-A20028904D18}"/>
              </a:ext>
            </a:extLst>
          </p:cNvPr>
          <p:cNvSpPr txBox="1"/>
          <p:nvPr/>
        </p:nvSpPr>
        <p:spPr>
          <a:xfrm>
            <a:off x="0" y="-2089694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KLAUZURNÍ PRÁCE </a:t>
            </a:r>
          </a:p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WEBOVÁ STRÁNKA – OSOBNÍ PORTFÓLIO</a:t>
            </a:r>
          </a:p>
        </p:txBody>
      </p:sp>
    </p:spTree>
    <p:extLst>
      <p:ext uri="{BB962C8B-B14F-4D97-AF65-F5344CB8AC3E}">
        <p14:creationId xmlns:p14="http://schemas.microsoft.com/office/powerpoint/2010/main" val="1018824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F75D-ECF6-A0B1-0780-9B49800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E1A889-E7CD-BF5B-35F8-0787C81FD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C7D3B86-052F-81C8-5C64-8213FBD54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B47A3FA6-4EFB-5D9D-FBD3-6D12E5A6F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E1D33">
                  <a:lumMod val="100000"/>
                </a:srgbClr>
              </a:gs>
              <a:gs pos="100000">
                <a:srgbClr val="0B192C"/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E4F29F31-B48D-DAEC-DFFA-8F139735C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091" y="5716228"/>
            <a:ext cx="1384360" cy="92833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32E31333-D2EC-0AEF-4B30-114B41CAD1D3}"/>
              </a:ext>
            </a:extLst>
          </p:cNvPr>
          <p:cNvSpPr txBox="1"/>
          <p:nvPr/>
        </p:nvSpPr>
        <p:spPr>
          <a:xfrm>
            <a:off x="129787" y="6362028"/>
            <a:ext cx="2788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3674B5"/>
                </a:solidFill>
                <a:latin typeface="Play" panose="00000500000000000000" pitchFamily="2" charset="0"/>
              </a:rPr>
              <a:t>2. Pololetí 2025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F3C34E63-4B91-1C1B-908F-D45BC02CAE42}"/>
              </a:ext>
            </a:extLst>
          </p:cNvPr>
          <p:cNvSpPr txBox="1"/>
          <p:nvPr/>
        </p:nvSpPr>
        <p:spPr>
          <a:xfrm>
            <a:off x="3448050" y="7980363"/>
            <a:ext cx="529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dirty="0">
                <a:solidFill>
                  <a:srgbClr val="FF6500"/>
                </a:solidFill>
                <a:latin typeface="Play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Odkaz na stránku</a:t>
            </a:r>
            <a:endParaRPr lang="cs-CZ" sz="2800" dirty="0">
              <a:solidFill>
                <a:srgbClr val="FF6500"/>
              </a:solidFill>
              <a:latin typeface="Play" panose="00000500000000000000" pitchFamily="2" charset="0"/>
            </a:endParaRPr>
          </a:p>
        </p:txBody>
      </p:sp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CA94671C-514B-800F-A25E-EB6EA22E58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0464" y="233027"/>
            <a:ext cx="2091073" cy="2091073"/>
          </a:xfrm>
          <a:prstGeom prst="rect">
            <a:avLst/>
          </a:prstGeom>
        </p:spPr>
      </p:pic>
      <p:pic>
        <p:nvPicPr>
          <p:cNvPr id="11" name="Grafický objekt 10">
            <a:extLst>
              <a:ext uri="{FF2B5EF4-FFF2-40B4-BE49-F238E27FC236}">
                <a16:creationId xmlns:a16="http://schemas.microsoft.com/office/drawing/2014/main" id="{7E500E80-BA15-4F45-301D-C98A93AD95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9439" y="3198185"/>
            <a:ext cx="1829689" cy="209107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E2CFC7AF-CF86-6AA7-FB16-9B537D41C5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4596" y="3025608"/>
            <a:ext cx="2091073" cy="2091073"/>
          </a:xfrm>
          <a:prstGeom prst="rect">
            <a:avLst/>
          </a:prstGeom>
        </p:spPr>
      </p:pic>
      <p:sp>
        <p:nvSpPr>
          <p:cNvPr id="22" name="TextovéPole 21">
            <a:extLst>
              <a:ext uri="{FF2B5EF4-FFF2-40B4-BE49-F238E27FC236}">
                <a16:creationId xmlns:a16="http://schemas.microsoft.com/office/drawing/2014/main" id="{24C37CE6-18FE-3B75-53A8-AE48E27FA04F}"/>
              </a:ext>
            </a:extLst>
          </p:cNvPr>
          <p:cNvSpPr txBox="1"/>
          <p:nvPr/>
        </p:nvSpPr>
        <p:spPr>
          <a:xfrm>
            <a:off x="0" y="3075057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KLAUZURNÍ PRÁCE </a:t>
            </a:r>
          </a:p>
          <a:p>
            <a:pPr algn="ctr"/>
            <a:r>
              <a:rPr lang="cs-CZ" sz="2000" b="1" dirty="0">
                <a:solidFill>
                  <a:srgbClr val="3674B5"/>
                </a:solidFill>
                <a:latin typeface="Play" panose="00000500000000000000" pitchFamily="2" charset="0"/>
              </a:rPr>
              <a:t>WEBOVÁ STRÁNKA – OSOBNÍ PORTFÓLIO</a:t>
            </a:r>
          </a:p>
        </p:txBody>
      </p:sp>
    </p:spTree>
    <p:extLst>
      <p:ext uri="{BB962C8B-B14F-4D97-AF65-F5344CB8AC3E}">
        <p14:creationId xmlns:p14="http://schemas.microsoft.com/office/powerpoint/2010/main" val="489701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8" presetID="1" presetClass="path" presetSubtype="0" repeatCount="indefinite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2.59259E-6 C 0.10365 -2.59259E-6 0.18828 0.13704 0.18828 0.30718 C 0.18828 0.47709 0.10365 0.61621 0 0.61621 C -0.10365 0.61621 -0.18737 0.47709 -0.18737 0.30718 C -0.18737 0.13704 -0.10365 -2.59259E-6 0 -2.59259E-6 Z " pathEditMode="relative" rAng="0" ptsTypes="AAAAA">
                                      <p:cBhvr>
                                        <p:cTn id="19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3081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45833E-6 -2.96296E-6 C -0.03958 0.15764 -0.14466 0.22824 -0.23451 0.15764 C -0.32487 0.08588 -0.36563 -0.10069 -0.32669 -0.25902 C -0.28646 -0.4169 -0.18138 -0.48518 -0.09141 -0.41389 C -0.00143 -0.34282 0.03945 -0.15764 1.45833E-6 -2.96296E-6 Z " pathEditMode="relative" rAng="6840000" ptsTypes="AAAAA">
                                      <p:cBhvr>
                                        <p:cTn id="21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54" y="-1287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95833E-6 4.81481E-6 C -0.03059 -0.16366 0.02539 -0.34422 0.12344 -0.40163 C 0.22201 -0.45741 0.32748 -0.37014 0.35795 -0.20602 C 0.38685 -0.04144 0.33086 0.13842 0.23373 0.19606 C 0.13399 0.25254 0.03021 0.16527 -3.95833E-6 4.81481E-6 Z " pathEditMode="relative" rAng="15120000" ptsTypes="AAAAA">
                                      <p:cBhvr>
                                        <p:cTn id="23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91" y="-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52</Words>
  <Application>Microsoft Office PowerPoint</Application>
  <PresentationFormat>Širokoúhlá obrazovka</PresentationFormat>
  <Paragraphs>15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Play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Hrbáček</dc:creator>
  <cp:lastModifiedBy>David Hrbáček</cp:lastModifiedBy>
  <cp:revision>2</cp:revision>
  <dcterms:created xsi:type="dcterms:W3CDTF">2025-05-29T14:42:43Z</dcterms:created>
  <dcterms:modified xsi:type="dcterms:W3CDTF">2025-05-29T16:36:21Z</dcterms:modified>
</cp:coreProperties>
</file>